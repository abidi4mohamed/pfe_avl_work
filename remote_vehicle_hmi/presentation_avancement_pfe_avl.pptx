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État d’avancement PFE : Prototype de roulage à distance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Conception d'une cabine de roulage assistée - AVL Maroc</a:t>
            </a:r>
          </a:p>
          <a:p>
            <a:r>
              <a:t>Mohamed Abidi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Globale du Système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Pilotage via HMI Python (PySide6)</a:t>
            </a:r>
          </a:p>
          <a:p>
            <a:pPr/>
            <a:r>
              <a:t>Communication temps réel UDP</a:t>
            </a:r>
          </a:p>
          <a:p>
            <a:pPr/>
            <a:r>
              <a:t>Supervision et calcul sous Simulink</a:t>
            </a:r>
          </a:p>
          <a:p>
            <a:pPr/>
            <a:r>
              <a:t>Feedback d'état vers l'opérateur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[Insérer capture ARCHITECTURE]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Sécurisation : Logique Stateflow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Positionnement 'Safety-First' avant la dynamique</a:t>
            </a:r>
          </a:p>
          <a:p>
            <a:pPr/>
            <a:r>
              <a:t>Modes : Normal, Safe, Comm_loss, Fault, Emergency</a:t>
            </a:r>
          </a:p>
          <a:p>
            <a:pPr/>
            <a:r>
              <a:t>Gestion des transitions de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[Insérer capture STATEFLOW]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Robustesse du lien UDP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Fréquence Heartbeat : 50 Hz (20 ms)</a:t>
            </a:r>
          </a:p>
          <a:p>
            <a:pPr/>
            <a:r>
              <a:t>Analyse RTT, Jitter et Checksum</a:t>
            </a:r>
          </a:p>
          <a:p>
            <a:pPr/>
            <a:r>
              <a:t>Supervision active du paquet (time_since_last_packet)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[Insérer capture LOGIQUE RÉSEAU]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Homme-Machine (HMI)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Envoi : 11 signaux float32</a:t>
            </a:r>
          </a:p>
          <a:p>
            <a:pPr/>
            <a:r>
              <a:t>Retour : 6 signaux float32</a:t>
            </a:r>
          </a:p>
          <a:p>
            <a:pPr/>
            <a:r>
              <a:t>Visualisation : Viewer 3D intégré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[Insérer capture HMI]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et État Actuel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Chaîne technique validée de bout en bout</a:t>
            </a:r>
          </a:p>
          <a:p>
            <a:pPr/>
            <a:r>
              <a:t>Prototype cohérent et fonctionnel</a:t>
            </a:r>
          </a:p>
          <a:p>
            <a:pPr/>
            <a:r>
              <a:t>Enchaînement conforme aux objectifs du PFE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[Insérer PHOTO SETUP / VIEWER]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Perspectives et Optimisations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Stabilisation des seuils Stateflow</a:t>
            </a:r>
          </a:p>
          <a:p>
            <a:pPr/>
            <a:r>
              <a:t>Finalisation des comportements de sécurité</a:t>
            </a:r>
          </a:p>
          <a:p>
            <a:pPr/>
            <a:r>
              <a:t>Amélioration de l'ergonomie visuelle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[Icônes WORK IN PROGRESS]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technique posée</a:t>
            </a:r>
          </a:p>
          <a:p>
            <a:pPr/>
            <a:r>
              <a:t>Objectifs respectés</a:t>
            </a:r>
          </a:p>
          <a:p>
            <a:pPr/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